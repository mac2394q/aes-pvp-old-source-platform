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351" r:id="rId2"/>
    <p:sldId id="478" r:id="rId3"/>
    <p:sldId id="481" r:id="rId4"/>
    <p:sldId id="479" r:id="rId5"/>
    <p:sldId id="491" r:id="rId6"/>
    <p:sldId id="490" r:id="rId7"/>
    <p:sldId id="482" r:id="rId8"/>
    <p:sldId id="483" r:id="rId9"/>
    <p:sldId id="484" r:id="rId10"/>
    <p:sldId id="485" r:id="rId11"/>
    <p:sldId id="487" r:id="rId12"/>
    <p:sldId id="486" r:id="rId13"/>
  </p:sldIdLst>
  <p:sldSz cx="9144000" cy="6858000" type="screen4x3"/>
  <p:notesSz cx="6873875" cy="91281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60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62" autoAdjust="0"/>
    <p:restoredTop sz="93411" autoAdjust="0"/>
  </p:normalViewPr>
  <p:slideViewPr>
    <p:cSldViewPr snapToObjects="1">
      <p:cViewPr varScale="1">
        <p:scale>
          <a:sx n="80" d="100"/>
          <a:sy n="80" d="100"/>
        </p:scale>
        <p:origin x="80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04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8679" cy="45640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3605" y="0"/>
            <a:ext cx="2978679" cy="45640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50E41-6A3F-4846-84ED-D0888951E543}" type="datetimeFigureOut">
              <a:rPr lang="en-US" smtClean="0"/>
              <a:pPr/>
              <a:t>10/3/2014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55700" y="684213"/>
            <a:ext cx="4562475" cy="3422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388" y="4335860"/>
            <a:ext cx="5499100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Click to edit Master text styles</a:t>
            </a:r>
          </a:p>
          <a:p>
            <a:pPr lvl="1"/>
            <a:r>
              <a:rPr lang="es-ES_tradnl" smtClean="0"/>
              <a:t>Second level</a:t>
            </a:r>
          </a:p>
          <a:p>
            <a:pPr lvl="2"/>
            <a:r>
              <a:rPr lang="es-ES_tradnl" smtClean="0"/>
              <a:t>Third level</a:t>
            </a:r>
          </a:p>
          <a:p>
            <a:pPr lvl="3"/>
            <a:r>
              <a:rPr lang="es-ES_tradnl" smtClean="0"/>
              <a:t>Fourth level</a:t>
            </a:r>
          </a:p>
          <a:p>
            <a:pPr lvl="4"/>
            <a:r>
              <a:rPr lang="es-ES_tradnl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70135"/>
            <a:ext cx="2978679" cy="4564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3605" y="8670135"/>
            <a:ext cx="2978679" cy="4564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9AFE2-ACE7-A247-98B7-20C257DF687B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804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6646-2F21-F241-A912-6CA20643FFFE}" type="datetimeFigureOut">
              <a:rPr lang="en-US" smtClean="0"/>
              <a:pPr/>
              <a:t>10/3/2014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8612C-3EC1-6547-B57A-3BF9E0616622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Click to edit Master text styles</a:t>
            </a:r>
          </a:p>
          <a:p>
            <a:pPr lvl="1"/>
            <a:r>
              <a:rPr lang="es-ES_tradnl" smtClean="0"/>
              <a:t>Second level</a:t>
            </a:r>
          </a:p>
          <a:p>
            <a:pPr lvl="2"/>
            <a:r>
              <a:rPr lang="es-ES_tradnl" smtClean="0"/>
              <a:t>Third level</a:t>
            </a:r>
          </a:p>
          <a:p>
            <a:pPr lvl="3"/>
            <a:r>
              <a:rPr lang="es-ES_tradnl" smtClean="0"/>
              <a:t>Fourth level</a:t>
            </a:r>
          </a:p>
          <a:p>
            <a:pPr lvl="4"/>
            <a:r>
              <a:rPr lang="es-ES_tradnl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6646-2F21-F241-A912-6CA20643FFFE}" type="datetimeFigureOut">
              <a:rPr lang="en-US" smtClean="0"/>
              <a:pPr/>
              <a:t>10/3/2014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8612C-3EC1-6547-B57A-3BF9E0616622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6646-2F21-F241-A912-6CA20643FFFE}" type="datetimeFigureOut">
              <a:rPr lang="en-US" smtClean="0"/>
              <a:pPr/>
              <a:t>10/3/2014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8612C-3EC1-6547-B57A-3BF9E0616622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Click to edit Master text styles</a:t>
            </a:r>
          </a:p>
          <a:p>
            <a:pPr lvl="1"/>
            <a:r>
              <a:rPr lang="es-ES_tradnl" smtClean="0"/>
              <a:t>Second level</a:t>
            </a:r>
          </a:p>
          <a:p>
            <a:pPr lvl="2"/>
            <a:r>
              <a:rPr lang="es-ES_tradnl" smtClean="0"/>
              <a:t>Third level</a:t>
            </a:r>
          </a:p>
          <a:p>
            <a:pPr lvl="3"/>
            <a:r>
              <a:rPr lang="es-ES_tradnl" smtClean="0"/>
              <a:t>Fourth level</a:t>
            </a:r>
          </a:p>
          <a:p>
            <a:pPr lvl="4"/>
            <a:r>
              <a:rPr lang="es-ES_tradnl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Click to edit Master text styles</a:t>
            </a:r>
          </a:p>
          <a:p>
            <a:pPr lvl="1"/>
            <a:r>
              <a:rPr lang="es-ES_tradnl" smtClean="0"/>
              <a:t>Second level</a:t>
            </a:r>
          </a:p>
          <a:p>
            <a:pPr lvl="2"/>
            <a:r>
              <a:rPr lang="es-ES_tradnl" smtClean="0"/>
              <a:t>Third level</a:t>
            </a:r>
          </a:p>
          <a:p>
            <a:pPr lvl="3"/>
            <a:r>
              <a:rPr lang="es-ES_tradnl" smtClean="0"/>
              <a:t>Fourth level</a:t>
            </a:r>
          </a:p>
          <a:p>
            <a:pPr lvl="4"/>
            <a:r>
              <a:rPr lang="es-ES_tradnl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6646-2F21-F241-A912-6CA20643FFFE}" type="datetimeFigureOut">
              <a:rPr lang="en-US" smtClean="0"/>
              <a:pPr/>
              <a:t>10/3/2014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8612C-3EC1-6547-B57A-3BF9E0616622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Click to edit Master text styles</a:t>
            </a:r>
          </a:p>
          <a:p>
            <a:pPr lvl="1"/>
            <a:r>
              <a:rPr lang="es-ES_tradnl" smtClean="0"/>
              <a:t>Second level</a:t>
            </a:r>
          </a:p>
          <a:p>
            <a:pPr lvl="2"/>
            <a:r>
              <a:rPr lang="es-ES_tradnl" smtClean="0"/>
              <a:t>Third level</a:t>
            </a:r>
          </a:p>
          <a:p>
            <a:pPr lvl="3"/>
            <a:r>
              <a:rPr lang="es-ES_tradnl" smtClean="0"/>
              <a:t>Fourth level</a:t>
            </a:r>
          </a:p>
          <a:p>
            <a:pPr lvl="4"/>
            <a:r>
              <a:rPr lang="es-ES_tradnl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Click to edit Master text styles</a:t>
            </a:r>
          </a:p>
          <a:p>
            <a:pPr lvl="1"/>
            <a:r>
              <a:rPr lang="es-ES_tradnl" smtClean="0"/>
              <a:t>Second level</a:t>
            </a:r>
          </a:p>
          <a:p>
            <a:pPr lvl="2"/>
            <a:r>
              <a:rPr lang="es-ES_tradnl" smtClean="0"/>
              <a:t>Third level</a:t>
            </a:r>
          </a:p>
          <a:p>
            <a:pPr lvl="3"/>
            <a:r>
              <a:rPr lang="es-ES_tradnl" smtClean="0"/>
              <a:t>Fourth level</a:t>
            </a:r>
          </a:p>
          <a:p>
            <a:pPr lvl="4"/>
            <a:r>
              <a:rPr lang="es-ES_tradnl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6646-2F21-F241-A912-6CA20643FFFE}" type="datetimeFigureOut">
              <a:rPr lang="en-US" smtClean="0"/>
              <a:pPr/>
              <a:t>10/3/2014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8612C-3EC1-6547-B57A-3BF9E0616622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6646-2F21-F241-A912-6CA20643FFFE}" type="datetimeFigureOut">
              <a:rPr lang="en-US" smtClean="0"/>
              <a:pPr/>
              <a:t>10/3/2014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8612C-3EC1-6547-B57A-3BF9E0616622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6646-2F21-F241-A912-6CA20643FFFE}" type="datetimeFigureOut">
              <a:rPr lang="en-US" smtClean="0"/>
              <a:pPr/>
              <a:t>10/3/2014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8612C-3EC1-6547-B57A-3BF9E0616622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Click to edit Master text styles</a:t>
            </a:r>
          </a:p>
          <a:p>
            <a:pPr lvl="1"/>
            <a:r>
              <a:rPr lang="es-ES_tradnl" smtClean="0"/>
              <a:t>Second level</a:t>
            </a:r>
          </a:p>
          <a:p>
            <a:pPr lvl="2"/>
            <a:r>
              <a:rPr lang="es-ES_tradnl" smtClean="0"/>
              <a:t>Third level</a:t>
            </a:r>
          </a:p>
          <a:p>
            <a:pPr lvl="3"/>
            <a:r>
              <a:rPr lang="es-ES_tradnl" smtClean="0"/>
              <a:t>Fourth level</a:t>
            </a:r>
          </a:p>
          <a:p>
            <a:pPr lvl="4"/>
            <a:r>
              <a:rPr lang="es-ES_tradnl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6646-2F21-F241-A912-6CA20643FFFE}" type="datetimeFigureOut">
              <a:rPr lang="en-US" smtClean="0"/>
              <a:pPr/>
              <a:t>10/3/2014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8612C-3EC1-6547-B57A-3BF9E0616622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6646-2F21-F241-A912-6CA20643FFFE}" type="datetimeFigureOut">
              <a:rPr lang="en-US" smtClean="0"/>
              <a:pPr/>
              <a:t>10/3/2014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8612C-3EC1-6547-B57A-3BF9E0616622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Click to edit Master text styles</a:t>
            </a:r>
          </a:p>
          <a:p>
            <a:pPr lvl="1"/>
            <a:r>
              <a:rPr lang="es-ES_tradnl" smtClean="0"/>
              <a:t>Second level</a:t>
            </a:r>
          </a:p>
          <a:p>
            <a:pPr lvl="2"/>
            <a:r>
              <a:rPr lang="es-ES_tradnl" smtClean="0"/>
              <a:t>Third level</a:t>
            </a:r>
          </a:p>
          <a:p>
            <a:pPr lvl="3"/>
            <a:r>
              <a:rPr lang="es-ES_tradnl" smtClean="0"/>
              <a:t>Fourth level</a:t>
            </a:r>
          </a:p>
          <a:p>
            <a:pPr lvl="4"/>
            <a:r>
              <a:rPr lang="es-ES_tradnl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6646-2F21-F241-A912-6CA20643FFFE}" type="datetimeFigureOut">
              <a:rPr lang="en-US" smtClean="0"/>
              <a:pPr/>
              <a:t>10/3/2014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8612C-3EC1-6547-B57A-3BF9E0616622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Click to edit Master text styles</a:t>
            </a:r>
          </a:p>
          <a:p>
            <a:pPr lvl="1"/>
            <a:r>
              <a:rPr lang="es-ES_tradnl" smtClean="0"/>
              <a:t>Second level</a:t>
            </a:r>
          </a:p>
          <a:p>
            <a:pPr lvl="2"/>
            <a:r>
              <a:rPr lang="es-ES_tradnl" smtClean="0"/>
              <a:t>Third level</a:t>
            </a:r>
          </a:p>
          <a:p>
            <a:pPr lvl="3"/>
            <a:r>
              <a:rPr lang="es-ES_tradnl" smtClean="0"/>
              <a:t>Fourth level</a:t>
            </a:r>
          </a:p>
          <a:p>
            <a:pPr lvl="4"/>
            <a:r>
              <a:rPr lang="es-ES_tradnl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6646-2F21-F241-A912-6CA20643FFFE}" type="datetimeFigureOut">
              <a:rPr lang="en-US" smtClean="0"/>
              <a:pPr/>
              <a:t>10/3/2014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8612C-3EC1-6547-B57A-3BF9E0616622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Click to edit Master text styles</a:t>
            </a:r>
          </a:p>
          <a:p>
            <a:pPr lvl="1"/>
            <a:r>
              <a:rPr lang="es-ES_tradnl" smtClean="0"/>
              <a:t>Second level</a:t>
            </a:r>
          </a:p>
          <a:p>
            <a:pPr lvl="2"/>
            <a:r>
              <a:rPr lang="es-ES_tradnl" smtClean="0"/>
              <a:t>Third level</a:t>
            </a:r>
          </a:p>
          <a:p>
            <a:pPr lvl="3"/>
            <a:r>
              <a:rPr lang="es-ES_tradnl" smtClean="0"/>
              <a:t>Fourth level</a:t>
            </a:r>
          </a:p>
          <a:p>
            <a:pPr lvl="4"/>
            <a:r>
              <a:rPr lang="es-ES_tradnl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D6646-2F21-F241-A912-6CA20643FFFE}" type="datetimeFigureOut">
              <a:rPr lang="en-US" smtClean="0"/>
              <a:pPr/>
              <a:t>10/3/2014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8612C-3EC1-6547-B57A-3BF9E0616622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 thruBlk="1"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356992"/>
            <a:ext cx="7920880" cy="876580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en-US" sz="4000" b="1" dirty="0" smtClean="0">
                <a:solidFill>
                  <a:srgbClr val="E960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  <a:ea typeface="+mj-ea"/>
                <a:cs typeface="+mj-cs"/>
              </a:rPr>
              <a:t>PROCESO DE INSTALACIÓN SELLO ELECTRONICO</a:t>
            </a:r>
            <a:endParaRPr lang="en-US" sz="4000" b="1" dirty="0">
              <a:solidFill>
                <a:srgbClr val="E960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itchFamily="34" charset="0"/>
              <a:ea typeface="+mj-ea"/>
              <a:cs typeface="+mj-cs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838200" y="5400526"/>
            <a:ext cx="1089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 b="1" i="1" dirty="0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PACIFICO</a:t>
            </a:r>
            <a:endParaRPr lang="es-CO" sz="1100" b="1" i="1" dirty="0">
              <a:solidFill>
                <a:schemeClr val="bg1"/>
              </a:solidFill>
              <a:latin typeface="Aharoni" pitchFamily="2" charset="-79"/>
              <a:cs typeface="Aharoni" pitchFamily="2" charset="-79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0648"/>
            <a:ext cx="8748464" cy="720080"/>
          </a:xfrm>
        </p:spPr>
        <p:txBody>
          <a:bodyPr>
            <a:noAutofit/>
          </a:bodyPr>
          <a:lstStyle/>
          <a:p>
            <a:pPr marL="342900" indent="-342900" algn="just"/>
            <a:r>
              <a:rPr lang="es-CO" sz="26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s-CO" sz="2600" dirty="0" smtClean="0">
                <a:latin typeface="Arial" pitchFamily="34" charset="0"/>
                <a:cs typeface="Arial" pitchFamily="34" charset="0"/>
              </a:rPr>
            </a:br>
            <a:r>
              <a:rPr lang="es-CO" sz="2600" b="1" dirty="0" smtClean="0">
                <a:solidFill>
                  <a:srgbClr val="E9600C"/>
                </a:solidFill>
                <a:latin typeface="Arial" pitchFamily="34" charset="0"/>
                <a:cs typeface="Arial" pitchFamily="34" charset="0"/>
              </a:rPr>
              <a:t>1.	Ubique la barra mecánica en el paral derecho central de la puerta del contenedor y enganche el extremo derecho del dispositivo.</a:t>
            </a:r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536" y="1556792"/>
            <a:ext cx="8352928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5604812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33375"/>
            <a:ext cx="8748713" cy="574675"/>
          </a:xfrm>
        </p:spPr>
        <p:txBody>
          <a:bodyPr>
            <a:noAutofit/>
          </a:bodyPr>
          <a:lstStyle/>
          <a:p>
            <a:pPr marL="342900" indent="-342900" algn="just"/>
            <a:r>
              <a:rPr lang="es-CO" sz="26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s-CO" sz="2600" dirty="0" smtClean="0">
                <a:latin typeface="Arial" pitchFamily="34" charset="0"/>
                <a:cs typeface="Arial" pitchFamily="34" charset="0"/>
              </a:rPr>
            </a:br>
            <a:r>
              <a:rPr lang="es-CO" sz="2600" b="1" dirty="0" smtClean="0">
                <a:solidFill>
                  <a:srgbClr val="E9600C"/>
                </a:solidFill>
                <a:latin typeface="Arial" pitchFamily="34" charset="0"/>
                <a:cs typeface="Arial" pitchFamily="34" charset="0"/>
              </a:rPr>
              <a:t>2.	Después de enganchar el extremo derecho, ubique el dispositivo de forma horizontal en medio de los dos parales de la puertas del contenedor..</a:t>
            </a:r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2313" y="1628800"/>
            <a:ext cx="8512175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5604812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08912" cy="1008112"/>
          </a:xfrm>
        </p:spPr>
        <p:txBody>
          <a:bodyPr>
            <a:noAutofit/>
          </a:bodyPr>
          <a:lstStyle/>
          <a:p>
            <a:pPr marL="342900" indent="-342900" algn="just"/>
            <a:r>
              <a:rPr lang="es-CO" sz="2300" b="1" dirty="0" smtClean="0">
                <a:solidFill>
                  <a:srgbClr val="E9600C"/>
                </a:solidFill>
                <a:latin typeface="Arial" pitchFamily="34" charset="0"/>
                <a:cs typeface="Arial" pitchFamily="34" charset="0"/>
              </a:rPr>
              <a:t>3. Cierre la barra mecánica hasta enganchar el lado  izquierdo del dispositivo, de tal forma que este quede asegurado en los dos parales de las puertas del contenedor.</a:t>
            </a:r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0305" y="1844824"/>
            <a:ext cx="8440167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5604812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04664"/>
            <a:ext cx="8820472" cy="1008112"/>
          </a:xfrm>
        </p:spPr>
        <p:txBody>
          <a:bodyPr>
            <a:noAutofit/>
          </a:bodyPr>
          <a:lstStyle/>
          <a:p>
            <a:pPr marL="342900" indent="-342900" algn="just"/>
            <a:r>
              <a:rPr lang="es-CO" sz="2400" b="1" dirty="0" smtClean="0">
                <a:solidFill>
                  <a:srgbClr val="E9600C"/>
                </a:solidFill>
                <a:latin typeface="Arial" pitchFamily="34" charset="0"/>
                <a:cs typeface="Arial" pitchFamily="34" charset="0"/>
              </a:rPr>
              <a:t>	  4.	Después de instalar el dispositivo electrónico proceda con la ubicación del sello mecánico (guaya, correa, botella, etc.) en el primer orificio que haya quedado libre para asegurar la barra.</a:t>
            </a:r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7545" y="1844824"/>
            <a:ext cx="8352928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5604812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676456" cy="1152128"/>
          </a:xfrm>
        </p:spPr>
        <p:txBody>
          <a:bodyPr>
            <a:noAutofit/>
          </a:bodyPr>
          <a:lstStyle/>
          <a:p>
            <a:pPr marL="342900" indent="-342900" algn="just"/>
            <a:r>
              <a:rPr lang="es-CO" sz="2600" b="1" dirty="0" smtClean="0">
                <a:solidFill>
                  <a:srgbClr val="E9600C"/>
                </a:solidFill>
                <a:latin typeface="Arial" pitchFamily="34" charset="0"/>
                <a:cs typeface="Arial" pitchFamily="34" charset="0"/>
              </a:rPr>
              <a:t>5. Para terminar instale el pin de la barra en el orificio seguido del sello mecánico.</a:t>
            </a:r>
          </a:p>
        </p:txBody>
      </p:sp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0155" y="1340768"/>
            <a:ext cx="8442325" cy="4546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5604812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ortada.jpg"/>
          <p:cNvPicPr>
            <a:picLocks noChangeAspect="1"/>
          </p:cNvPicPr>
          <p:nvPr/>
        </p:nvPicPr>
        <p:blipFill rotWithShape="1">
          <a:blip r:embed="rId2"/>
          <a:srcRect t="38450"/>
          <a:stretch/>
        </p:blipFill>
        <p:spPr>
          <a:xfrm>
            <a:off x="0" y="2636912"/>
            <a:ext cx="9144000" cy="4221088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356992"/>
            <a:ext cx="7478216" cy="2043534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en-US" sz="4000" b="1" dirty="0" smtClean="0">
                <a:solidFill>
                  <a:srgbClr val="E960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  <a:ea typeface="+mj-ea"/>
                <a:cs typeface="+mj-cs"/>
              </a:rPr>
              <a:t>PROCESO DE DESINSTALACIÓN </a:t>
            </a:r>
          </a:p>
          <a:p>
            <a:pPr>
              <a:spcBef>
                <a:spcPct val="0"/>
              </a:spcBef>
            </a:pPr>
            <a:r>
              <a:rPr lang="en-US" sz="4000" b="1" dirty="0" smtClean="0">
                <a:solidFill>
                  <a:srgbClr val="E960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  <a:ea typeface="+mj-ea"/>
                <a:cs typeface="+mj-cs"/>
              </a:rPr>
              <a:t>SELLO ELECTRONICO</a:t>
            </a:r>
            <a:endParaRPr lang="en-US" sz="4000" b="1" dirty="0">
              <a:solidFill>
                <a:srgbClr val="E960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itchFamily="34" charset="0"/>
              <a:ea typeface="+mj-ea"/>
              <a:cs typeface="+mj-cs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838200" y="5400526"/>
            <a:ext cx="1089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 b="1" i="1" dirty="0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PACIFICO</a:t>
            </a:r>
            <a:endParaRPr lang="es-CO" sz="1100" b="1" i="1" dirty="0">
              <a:solidFill>
                <a:schemeClr val="bg1"/>
              </a:solidFill>
              <a:latin typeface="Aharoni" pitchFamily="2" charset="-79"/>
              <a:cs typeface="Aharoni" pitchFamily="2" charset="-79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748464" cy="980728"/>
          </a:xfrm>
        </p:spPr>
        <p:txBody>
          <a:bodyPr>
            <a:noAutofit/>
          </a:bodyPr>
          <a:lstStyle/>
          <a:p>
            <a:pPr marL="342900" indent="-342900" algn="just"/>
            <a:r>
              <a:rPr lang="es-CO" sz="24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s-CO" sz="2400" dirty="0" smtClean="0">
                <a:latin typeface="Arial" pitchFamily="34" charset="0"/>
                <a:cs typeface="Arial" pitchFamily="34" charset="0"/>
              </a:rPr>
            </a:br>
            <a:r>
              <a:rPr lang="es-CO" sz="2400" b="1" dirty="0" smtClean="0">
                <a:solidFill>
                  <a:srgbClr val="E9600C"/>
                </a:solidFill>
                <a:latin typeface="Arial" pitchFamily="34" charset="0"/>
                <a:cs typeface="Arial" pitchFamily="34" charset="0"/>
              </a:rPr>
              <a:t>1.	Retire el Pin instalado en el orificio de la barra mecánica, haciendo presión de adentro hacia afuera .</a:t>
            </a:r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7544" y="1412776"/>
            <a:ext cx="8441879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5604812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04664"/>
            <a:ext cx="8748464" cy="576064"/>
          </a:xfrm>
        </p:spPr>
        <p:txBody>
          <a:bodyPr>
            <a:noAutofit/>
          </a:bodyPr>
          <a:lstStyle/>
          <a:p>
            <a:pPr marL="342900" indent="-342900" algn="just"/>
            <a:r>
              <a:rPr lang="es-CO" sz="24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s-CO" sz="2400" dirty="0" smtClean="0">
                <a:latin typeface="Arial" pitchFamily="34" charset="0"/>
                <a:cs typeface="Arial" pitchFamily="34" charset="0"/>
              </a:rPr>
            </a:br>
            <a:r>
              <a:rPr lang="es-CO" sz="2400" b="1" dirty="0" smtClean="0">
                <a:solidFill>
                  <a:srgbClr val="E9600C"/>
                </a:solidFill>
                <a:latin typeface="Arial" pitchFamily="34" charset="0"/>
                <a:cs typeface="Arial" pitchFamily="34" charset="0"/>
              </a:rPr>
              <a:t>2.	Hale la barra mecánica hacia el lado izquierdo, hasta el tope de la misma.</a:t>
            </a:r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552" y="1556792"/>
            <a:ext cx="8366125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5604812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676456" cy="576064"/>
          </a:xfrm>
        </p:spPr>
        <p:txBody>
          <a:bodyPr>
            <a:noAutofit/>
          </a:bodyPr>
          <a:lstStyle/>
          <a:p>
            <a:pPr marL="342900" indent="-342900" algn="just"/>
            <a:r>
              <a:rPr lang="es-CO" sz="2600" b="1" dirty="0" smtClean="0">
                <a:solidFill>
                  <a:srgbClr val="E9600C"/>
                </a:solidFill>
                <a:latin typeface="Arial" pitchFamily="34" charset="0"/>
                <a:cs typeface="Arial" pitchFamily="34" charset="0"/>
              </a:rPr>
              <a:t>3. Gire la barra mecánica 90 grados hacia la parte exterior.</a:t>
            </a:r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3567" y="1340768"/>
            <a:ext cx="8136905" cy="4456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5604812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676456" cy="576064"/>
          </a:xfrm>
        </p:spPr>
        <p:txBody>
          <a:bodyPr>
            <a:noAutofit/>
          </a:bodyPr>
          <a:lstStyle/>
          <a:p>
            <a:pPr marL="342900" indent="-342900" algn="just"/>
            <a:r>
              <a:rPr lang="es-CO" sz="2600" b="1" dirty="0" smtClean="0">
                <a:solidFill>
                  <a:srgbClr val="E9600C"/>
                </a:solidFill>
                <a:latin typeface="Arial" pitchFamily="34" charset="0"/>
                <a:cs typeface="Arial" pitchFamily="34" charset="0"/>
              </a:rPr>
              <a:t>3. Gire la barra mecánica 90 grados hacia la parte exterior.</a:t>
            </a:r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2275" y="1268759"/>
            <a:ext cx="8542213" cy="4582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5604812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20688"/>
            <a:ext cx="8820472" cy="576064"/>
          </a:xfrm>
        </p:spPr>
        <p:txBody>
          <a:bodyPr>
            <a:noAutofit/>
          </a:bodyPr>
          <a:lstStyle/>
          <a:p>
            <a:pPr marL="342900" indent="-342900" algn="just"/>
            <a:r>
              <a:rPr lang="es-CO" sz="2600" b="1" dirty="0" smtClean="0">
                <a:solidFill>
                  <a:srgbClr val="E9600C"/>
                </a:solidFill>
              </a:rPr>
              <a:t>	4. Para terminar desenganche el extremo derecho de la barra y retire el dispositivo. </a:t>
            </a:r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7544" y="1484784"/>
            <a:ext cx="8445624" cy="447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5604812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11425</TotalTime>
  <Words>87</Words>
  <Application>Microsoft Office PowerPoint</Application>
  <PresentationFormat>Presentación en pantalla (4:3)</PresentationFormat>
  <Paragraphs>15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Aharoni</vt:lpstr>
      <vt:lpstr>Arial</vt:lpstr>
      <vt:lpstr>Arial Black</vt:lpstr>
      <vt:lpstr>Calibri</vt:lpstr>
      <vt:lpstr>Office Theme</vt:lpstr>
      <vt:lpstr>Presentación de PowerPoint</vt:lpstr>
      <vt:lpstr> 1. Ubique la barra mecánica en el paral derecho central de la puerta del contenedor y enganche el extremo derecho del dispositivo.</vt:lpstr>
      <vt:lpstr> 2. Después de enganchar el extremo derecho, ubique el dispositivo de forma horizontal en medio de los dos parales de la puertas del contenedor..</vt:lpstr>
      <vt:lpstr>3. Cierre la barra mecánica hasta enganchar el lado  izquierdo del dispositivo, de tal forma que este quede asegurado en los dos parales de las puertas del contenedor.</vt:lpstr>
      <vt:lpstr>   4. Después de instalar el dispositivo electrónico proceda con la ubicación del sello mecánico (guaya, correa, botella, etc.) en el primer orificio que haya quedado libre para asegurar la barra.</vt:lpstr>
      <vt:lpstr>5. Para terminar instale el pin de la barra en el orificio seguido del sello mecánico.</vt:lpstr>
      <vt:lpstr>Presentación de PowerPoint</vt:lpstr>
      <vt:lpstr> 1. Retire el Pin instalado en el orificio de la barra mecánica, haciendo presión de adentro hacia afuera .</vt:lpstr>
      <vt:lpstr> 2. Hale la barra mecánica hacia el lado izquierdo, hasta el tope de la misma.</vt:lpstr>
      <vt:lpstr>3. Gire la barra mecánica 90 grados hacia la parte exterior.</vt:lpstr>
      <vt:lpstr>3. Gire la barra mecánica 90 grados hacia la parte exterior.</vt:lpstr>
      <vt:lpstr> 4. Para terminar desenganche el extremo derecho de la barra y retire el dispositivo. </vt:lpstr>
    </vt:vector>
  </TitlesOfParts>
  <Manager>Mauricio Barberán</Manager>
  <Company>Emprevi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Emprevi BASC</dc:title>
  <dc:subject>SatLock</dc:subject>
  <dc:creator>Salamaya</dc:creator>
  <cp:lastModifiedBy>DIRPRODSAT</cp:lastModifiedBy>
  <cp:revision>1053</cp:revision>
  <cp:lastPrinted>2014-09-05T22:46:28Z</cp:lastPrinted>
  <dcterms:created xsi:type="dcterms:W3CDTF">2010-07-24T13:21:46Z</dcterms:created>
  <dcterms:modified xsi:type="dcterms:W3CDTF">2014-10-03T14:58:55Z</dcterms:modified>
</cp:coreProperties>
</file>